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C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140710" y="535940"/>
            <a:ext cx="5840095" cy="5815965"/>
            <a:chOff x="4946" y="844"/>
            <a:chExt cx="9197" cy="9159"/>
          </a:xfrm>
        </p:grpSpPr>
        <p:sp>
          <p:nvSpPr>
            <p:cNvPr id="5" name="Rounded Rectangle 4"/>
            <p:cNvSpPr/>
            <p:nvPr/>
          </p:nvSpPr>
          <p:spPr>
            <a:xfrm>
              <a:off x="6229" y="2029"/>
              <a:ext cx="6742" cy="6742"/>
            </a:xfrm>
            <a:prstGeom prst="roundRect">
              <a:avLst/>
            </a:prstGeom>
            <a:solidFill>
              <a:srgbClr val="35C98E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Half Frame 6"/>
            <p:cNvSpPr/>
            <p:nvPr/>
          </p:nvSpPr>
          <p:spPr>
            <a:xfrm rot="18780000">
              <a:off x="7702" y="4283"/>
              <a:ext cx="2148" cy="2235"/>
            </a:xfrm>
            <a:prstGeom prst="halfFrame">
              <a:avLst>
                <a:gd name="adj1" fmla="val 18090"/>
                <a:gd name="adj2" fmla="val 1809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 rot="5400000">
              <a:off x="11775" y="7635"/>
              <a:ext cx="2368" cy="2368"/>
            </a:xfrm>
            <a:prstGeom prst="roundRect">
              <a:avLst/>
            </a:prstGeom>
            <a:noFill/>
            <a:ln w="76200">
              <a:solidFill>
                <a:schemeClr val="bg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8811" y="4795"/>
              <a:ext cx="3207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4400">
                  <a:solidFill>
                    <a:schemeClr val="bg1"/>
                  </a:solidFill>
                </a:rPr>
                <a:t>Serambi</a:t>
              </a:r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 rot="5400000">
              <a:off x="4946" y="844"/>
              <a:ext cx="2368" cy="2368"/>
            </a:xfrm>
            <a:prstGeom prst="roundRect">
              <a:avLst/>
            </a:prstGeom>
            <a:noFill/>
            <a:ln w="76200">
              <a:solidFill>
                <a:schemeClr val="bg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ACER</cp:lastModifiedBy>
  <cp:revision>3</cp:revision>
  <dcterms:created xsi:type="dcterms:W3CDTF">2021-12-01T10:06:38Z</dcterms:created>
  <dcterms:modified xsi:type="dcterms:W3CDTF">2021-12-01T10:16:50Z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BC2FCA0AF4D84DF6A9320B5256C2ABEA</vt:lpwstr>
  </property>
  <property fmtid="{D5CDD505-2E9C-101B-9397-08002B2CF9AE}" pid="3" name="KSOProductBuildVer">
    <vt:lpwstr>1033-11.2.0.10382</vt:lpwstr>
  </property>
</Properties>
</file>