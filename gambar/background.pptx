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C8A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9353550" y="1292225"/>
            <a:ext cx="866140" cy="864870"/>
            <a:chOff x="2422" y="1639"/>
            <a:chExt cx="2152" cy="2150"/>
          </a:xfrm>
          <a:solidFill>
            <a:srgbClr val="00C8A3">
              <a:alpha val="12000"/>
            </a:srgbClr>
          </a:solidFill>
        </p:grpSpPr>
        <p:sp>
          <p:nvSpPr>
            <p:cNvPr id="4" name="Isosceles Triangle 3"/>
            <p:cNvSpPr/>
            <p:nvPr/>
          </p:nvSpPr>
          <p:spPr>
            <a:xfrm rot="3360000">
              <a:off x="3159" y="1144"/>
              <a:ext cx="751" cy="2081"/>
            </a:xfrm>
            <a:prstGeom prst="triangle">
              <a:avLst>
                <a:gd name="adj" fmla="val 100000"/>
              </a:avLst>
            </a:prstGeom>
            <a:grpFill/>
            <a:ln w="3175"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5" name="Isosceles Triangle 4"/>
            <p:cNvSpPr/>
            <p:nvPr/>
          </p:nvSpPr>
          <p:spPr>
            <a:xfrm rot="19560000" flipH="1">
              <a:off x="2422" y="2472"/>
              <a:ext cx="275" cy="740"/>
            </a:xfrm>
            <a:prstGeom prst="triangle">
              <a:avLst>
                <a:gd name="adj" fmla="val 0"/>
              </a:avLst>
            </a:prstGeom>
            <a:grpFill/>
            <a:ln w="3175"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grpSp>
          <p:nvGrpSpPr>
            <p:cNvPr id="8" name="Group 7"/>
            <p:cNvGrpSpPr/>
            <p:nvPr/>
          </p:nvGrpSpPr>
          <p:grpSpPr>
            <a:xfrm rot="17520000" flipV="1">
              <a:off x="2557" y="2009"/>
              <a:ext cx="2151" cy="1411"/>
              <a:chOff x="2624" y="2009"/>
              <a:chExt cx="2151" cy="1411"/>
            </a:xfrm>
            <a:grpFill/>
          </p:grpSpPr>
          <p:sp>
            <p:nvSpPr>
              <p:cNvPr id="6" name="Isosceles Triangle 5"/>
              <p:cNvSpPr/>
              <p:nvPr/>
            </p:nvSpPr>
            <p:spPr>
              <a:xfrm rot="3360000">
                <a:off x="3359" y="1344"/>
                <a:ext cx="751" cy="2081"/>
              </a:xfrm>
              <a:prstGeom prst="triangle">
                <a:avLst>
                  <a:gd name="adj" fmla="val 100000"/>
                </a:avLst>
              </a:prstGeom>
              <a:grpFill/>
              <a:ln w="3175">
                <a:solidFill>
                  <a:schemeClr val="tx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7" name="Isosceles Triangle 6"/>
              <p:cNvSpPr/>
              <p:nvPr/>
            </p:nvSpPr>
            <p:spPr>
              <a:xfrm rot="19560000" flipH="1">
                <a:off x="2624" y="2671"/>
                <a:ext cx="275" cy="749"/>
              </a:xfrm>
              <a:prstGeom prst="triangle">
                <a:avLst>
                  <a:gd name="adj" fmla="val 0"/>
                </a:avLst>
              </a:prstGeom>
              <a:grpFill/>
              <a:ln w="3175">
                <a:solidFill>
                  <a:schemeClr val="tx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</p:grpSp>
      </p:grpSp>
      <p:cxnSp>
        <p:nvCxnSpPr>
          <p:cNvPr id="11" name="Curved Connector 10"/>
          <p:cNvCxnSpPr/>
          <p:nvPr/>
        </p:nvCxnSpPr>
        <p:spPr>
          <a:xfrm rot="10800000" flipV="1">
            <a:off x="1743710" y="1974850"/>
            <a:ext cx="7573010" cy="3906520"/>
          </a:xfrm>
          <a:prstGeom prst="curvedConnector3">
            <a:avLst>
              <a:gd name="adj1" fmla="val 49992"/>
            </a:avLst>
          </a:prstGeom>
          <a:ln>
            <a:prstDash val="dash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Presentation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SimSun</vt:lpstr>
      <vt:lpstr>Wingdings</vt:lpstr>
      <vt:lpstr>Microsoft YaHei</vt:lpstr>
      <vt:lpstr>Arial Unicode MS</vt:lpstr>
      <vt:lpstr>Calibri Light</vt:lpstr>
      <vt:lpstr>Calibri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/>
  <cp:lastModifiedBy>ACER</cp:lastModifiedBy>
  <cp:revision>5</cp:revision>
  <dcterms:created xsi:type="dcterms:W3CDTF">2021-12-05T12:38:00Z</dcterms:created>
  <dcterms:modified xsi:type="dcterms:W3CDTF">2021-12-05T12:53:08Z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1615196AE6EB42BDBCB7A5A4FADF5716</vt:lpwstr>
  </property>
  <property fmtid="{D5CDD505-2E9C-101B-9397-08002B2CF9AE}" pid="3" name="KSOProductBuildVer">
    <vt:lpwstr>1033-11.2.0.10382</vt:lpwstr>
  </property>
</Properties>
</file>